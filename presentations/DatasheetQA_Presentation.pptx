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EE82"/>
                </a:solidFill>
              </a:rPr>
              <a:t>DatasheetQA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2F2"/>
                </a:solidFill>
              </a:rPr>
              <a:t>AI-Powered Datasheet Intelligence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8"/>
                </a:solidFill>
              </a:rPr>
              <a:t>Varun Swami  |  Reg. No. 23FE10CDS00449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0A8"/>
                </a:solidFill>
              </a:rPr>
              <a:t>Data Science and Engineering  |  Batch F  |  NLP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82"/>
                </a:solidFill>
              </a:rPr>
              <a:t>Problem and Solution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17171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E8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</a:rPr>
              <a:t>Solar panel, inverter and battery datasheets are long PDFs.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</a:rPr>
              <a:t>Finding one spec (voltage, efficiency, warranty) by hand is slow and error-prone.</a:t>
            </a:r>
            <a:endParaRPr lang="en-US" sz="1500" dirty="0"/>
          </a:p>
        </p:txBody>
      </p:sp>
      <p:sp>
        <p:nvSpPr>
          <p:cNvPr id="6" name="card1"/>
          <p:cNvSpPr/>
          <p:nvPr/>
        </p:nvSpPr>
        <p:spPr>
          <a:xfrm>
            <a:off x="466344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1717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E82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</a:rPr>
              <a:t>A Retrieval-Augmented Generation (RAG) web app.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</a:rPr>
              <a:t>Upload PDFs, ask questions in plain English, get answers grounded in the document with page citations.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82"/>
                </a:solidFill>
              </a:rPr>
              <a:t>Architecture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36576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F5EE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3716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PDF Upload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E82"/>
                </a:solidFill>
              </a:rPr>
              <a:t>&gt;</a:t>
            </a:r>
            <a:endParaRPr lang="en-US" sz="1600" dirty="0"/>
          </a:p>
        </p:txBody>
      </p:sp>
      <p:sp>
        <p:nvSpPr>
          <p:cNvPr id="6" name="step1"/>
          <p:cNvSpPr/>
          <p:nvPr/>
        </p:nvSpPr>
        <p:spPr>
          <a:xfrm>
            <a:off x="178308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F5EE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13716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Chunking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(PyMuPDF)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E82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tep2"/>
          <p:cNvSpPr/>
          <p:nvPr/>
        </p:nvSpPr>
        <p:spPr>
          <a:xfrm>
            <a:off x="320040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F5EE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3716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Embeddings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(NVIDIA nemotron-embed)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E82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tep3"/>
          <p:cNvSpPr/>
          <p:nvPr/>
        </p:nvSpPr>
        <p:spPr>
          <a:xfrm>
            <a:off x="461772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F5EE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3716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FAISS Index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E82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tep4"/>
          <p:cNvSpPr/>
          <p:nvPr/>
        </p:nvSpPr>
        <p:spPr>
          <a:xfrm>
            <a:off x="603504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F5EE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(Llama 4 Scout, NIM)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E82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tep5"/>
          <p:cNvSpPr/>
          <p:nvPr/>
        </p:nvSpPr>
        <p:spPr>
          <a:xfrm>
            <a:off x="745236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F5EE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3716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Answer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Citations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</a:rPr>
              <a:t>User query is embedded, matched against the FAISS index (top-k chunks), and sent with a grounded prompt to the LLM. Gemini is the fallback if NVIDIA is unavailable.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8"/>
                </a:solidFill>
              </a:rPr>
              <a:t>Stack: Python, Flask, FAISS, PyMuPDF, NVIDIA NIM, Google Gemini, HTML/CSS/JS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82"/>
                </a:solidFill>
              </a:rPr>
              <a:t>Features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</a:rPr>
              <a:t>Upload multiple PDF datasheets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</a:rPr>
              <a:t>Semantic search over document content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</a:rPr>
              <a:t>LLM answers with page-level citations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</a:rPr>
              <a:t>Confidence label on each answer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</a:rPr>
              <a:t>Automatic Gemini fallback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</a:rPr>
              <a:t>Chat-style interface with history</a:t>
            </a:r>
            <a:endParaRPr lang="en-US" sz="1600" dirty="0"/>
          </a:p>
        </p:txBody>
      </p:sp>
      <p:pic>
        <p:nvPicPr>
          <p:cNvPr id="4" name="Image 0" descr="/mnt/user-data/outputs/resources/02-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188720"/>
            <a:ext cx="4206240" cy="2600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82"/>
                </a:solidFill>
              </a:rPr>
              <a:t>Demo</a:t>
            </a:r>
            <a:endParaRPr lang="en-US" sz="2600" dirty="0"/>
          </a:p>
        </p:txBody>
      </p:sp>
      <p:pic>
        <p:nvPicPr>
          <p:cNvPr id="3" name="Image 0" descr="/mnt/user-data/outputs/resources/03-ans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87048"/>
          </a:xfrm>
          <a:prstGeom prst="rect">
            <a:avLst/>
          </a:prstGeom>
        </p:spPr>
      </p:pic>
      <p:pic>
        <p:nvPicPr>
          <p:cNvPr id="4" name="Image 1" descr="/mnt/user-data/outputs/resources/04-answe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8704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749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8"/>
                </a:solidFill>
              </a:rPr>
              <a:t>Q: Temperature coefficient of Pmax? Answer cited from page 2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749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8"/>
                </a:solidFill>
              </a:rPr>
              <a:t>Q: Tell me its advantages. Answer cited from page 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82"/>
                </a:solidFill>
              </a:rPr>
              <a:t>Results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9144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D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D"/>
                          </a:solidFill>
                        </a:rPr>
                        <a:t>Answer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D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D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Temperature coefficient of Pmax?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-0.34 %/°C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DE19m datasheet, p.2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Tell me its advantages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Bifacial dual glass module: up to 21.0% efficiency, multi-busbar, PID resistance, 5400 Pa / 2400 Pa load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</a:rPr>
                        <a:t>DE19m datasheet, p.1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8"/>
                </a:solidFill>
              </a:rPr>
              <a:t>Test document: DE19m_Datasheet_update.pdf (1 document, 9 chunks indexed). Follow-up question resolved "its" using the single indexed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82"/>
                </a:solidFill>
              </a:rPr>
              <a:t>Learnings and Future 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E82"/>
                </a:solidFill>
              </a:rPr>
              <a:t>What I learned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Building a full RAG pipeline end to 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Grounding answers with page citations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Using hosted NIM endpoints with a fallback LLM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Structuring a project on GitHub (issues, PRs, branches)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E82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7373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Table extraction from datasheets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Side-by-side comparison across panels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A labeled question set to measure accuracy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</a:rPr>
              <a:t>Deployment on Render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DatasheetQA</dc:title>
  <dc:subject>PptxGenJS Presentation</dc:subject>
  <dc:creator>PptxGenJS</dc:creator>
  <cp:lastModifiedBy>PptxGenJS</cp:lastModifiedBy>
  <cp:revision>1</cp:revision>
  <dcterms:created xsi:type="dcterms:W3CDTF">2026-10-05T11:08:11Z</dcterms:created>
  <dcterms:modified xsi:type="dcterms:W3CDTF">2026-10-05T11:08:11Z</dcterms:modified>
</cp:coreProperties>
</file>